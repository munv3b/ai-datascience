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Geist Light"/>
      <p:regular r:id="rId201315"/>
    </p:embeddedFont>
    <p:embeddedFont>
      <p:font typeface="Geist SemiBold"/>
      <p:regular r:id="rId201316"/>
    </p:embeddedFont>
    <p:embeddedFont>
      <p:font typeface="Geist Bold"/>
      <p:regular r:id="rId201317"/>
    </p:embeddedFont>
    <p:embeddedFont>
      <p:font typeface="Geist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B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B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COMPUTER VISION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488704"/>
            <a:ext cx="10972526" cy="137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200" spc="-130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Helmet and No-Helmet</a:t>
            </a:r>
            <a:endParaRPr lang="en-US" sz="52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5200" spc="-130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Rider Detection Using YOLOv8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09585" y="4105176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360763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Helmet status · licence plates · road images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Road-safety monitoring needs a faster visual signal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001070"/>
            <a:ext cx="476238" cy="47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591620"/>
            <a:ext cx="3454314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monitoring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585" y="4103291"/>
            <a:ext cx="34543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Time-consuming and difficult to scale across road imagery.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3001070"/>
            <a:ext cx="476238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8691" y="3591620"/>
            <a:ext cx="3454314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Computer vision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368691" y="4103291"/>
            <a:ext cx="34543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Automates visual inspection with object detection.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001070"/>
            <a:ext cx="476238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27797" y="3591620"/>
            <a:ext cx="3454314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focus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127797" y="4103291"/>
            <a:ext cx="34543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riders with helmets, riders without helmets, and licence plates.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69083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DETECTION TARGETS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136973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One detector, three target classes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864644"/>
            <a:ext cx="3454314" cy="1670248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3118644"/>
            <a:ext cx="2946326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110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With Helmet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368691" y="2864644"/>
            <a:ext cx="3454314" cy="1670248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2684" y="3118644"/>
            <a:ext cx="2946326" cy="1162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110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Without Helmet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127797" y="2864644"/>
            <a:ext cx="3454314" cy="1670248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1790" y="3118644"/>
            <a:ext cx="2946326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110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licence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09585" y="4712692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goal is a complete pipeline from annotated images to evaluation on unseen test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DATASET · YOLO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dataset contains 1,533 annotated road images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05161"/>
            <a:ext cx="6659694" cy="4686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368" y="3008313"/>
            <a:ext cx="3855743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110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1,533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26368" y="3786287"/>
            <a:ext cx="38557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annotated road images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726368" y="4143772"/>
            <a:ext cx="3855643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8" name="Text 5"/>
          <p:cNvSpPr/>
          <p:nvPr/>
        </p:nvSpPr>
        <p:spPr>
          <a:xfrm>
            <a:off x="7726368" y="4335859"/>
            <a:ext cx="385574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Roboflow dataset in YOLO format, extracted in Google Colab.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workflow connects data, training, evaluation, and inference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2135981"/>
            <a:ext cx="8191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402681"/>
            <a:ext cx="2514537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36031"/>
            <a:ext cx="251453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Prepare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585" y="3047702"/>
            <a:ext cx="25145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Download and extract the annotated YOLO dataset.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8914" y="2135981"/>
            <a:ext cx="8619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8914" y="2402681"/>
            <a:ext cx="2514537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2536031"/>
            <a:ext cx="251453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8914" y="3047702"/>
            <a:ext cx="25145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Fine-tune YOLOv8n for the three classes.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48244" y="2135981"/>
            <a:ext cx="8610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8244" y="2402681"/>
            <a:ext cx="2514537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536031"/>
            <a:ext cx="251453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Evaluate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48244" y="3047702"/>
            <a:ext cx="251453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 precision, recall, mAP, confusion matrix, and curves.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67573" y="2135981"/>
            <a:ext cx="8614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67573" y="2402681"/>
            <a:ext cx="2514537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2536031"/>
            <a:ext cx="2514537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67573" y="3047702"/>
            <a:ext cx="251453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 the trained model on unseen images and inspect detections.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TRAINING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YOLOv8n was trained for 50 epochs on a Tesla T4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901031"/>
            <a:ext cx="548626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MODEL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9585" y="2275979"/>
            <a:ext cx="5257668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YOLOv8n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2787650"/>
            <a:ext cx="548626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Ultralytics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2110581"/>
            <a:ext cx="52576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IMAGE SIZE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24442" y="2485529"/>
            <a:ext cx="5257668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640 × 640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585" y="4322564"/>
            <a:ext cx="548626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BATCH SIZE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9585" y="4697512"/>
            <a:ext cx="5257668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24442" y="4322564"/>
            <a:ext cx="52576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HARDWARE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24442" y="4697512"/>
            <a:ext cx="5257668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NVIDIA Tesla T4 GPU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9585" y="5795665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051252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50 EPOCHS · OUTPUT: best.pt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498" y="1605161"/>
            <a:ext cx="12700" cy="1983284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3582095"/>
            <a:ext cx="548626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9498" y="3588445"/>
            <a:ext cx="12700" cy="1983383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582095"/>
            <a:ext cx="548626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9" name="Text 17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UNSEEN TEST IMAGES · 154 IMAGES · 237 ANNOTATED OBJECTS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model reached 80.00% mAP@50 on unseen test images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35981"/>
            <a:ext cx="6659694" cy="35984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368" y="2878038"/>
            <a:ext cx="3855743" cy="686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200" spc="-130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80.00%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726368" y="3776067"/>
            <a:ext cx="38557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mAP@50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726368" y="4133552"/>
            <a:ext cx="3855643" cy="31651"/>
          </a:xfrm>
          <a:prstGeom prst="roundRect">
            <a:avLst>
              <a:gd name="adj" fmla="val 49998"/>
            </a:avLst>
          </a:prstGeom>
          <a:solidFill>
            <a:srgbClr val="00E5FF"/>
          </a:solidFill>
          <a:ln/>
        </p:spPr>
      </p:sp>
      <p:sp>
        <p:nvSpPr>
          <p:cNvPr id="8" name="Text 5"/>
          <p:cNvSpPr/>
          <p:nvPr/>
        </p:nvSpPr>
        <p:spPr>
          <a:xfrm>
            <a:off x="7726368" y="4325640"/>
            <a:ext cx="385574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Precision: 77.85% · Recall: 75.21%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mAP@50–95: 46.74%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PER-CLASS EVALUATION · 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Licence detection was strongest; helmet status was harder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35981"/>
          <a:ext cx="9143771" cy="914400"/>
        </p:xfrm>
        <a:graphic>
          <a:graphicData uri="http://schemas.openxmlformats.org/drawingml/2006/table">
            <a:tbl>
              <a:tblPr/>
              <a:tblGrid>
                <a:gridCol w="2852857"/>
                <a:gridCol w="1975055"/>
                <a:gridCol w="1975055"/>
                <a:gridCol w="1975055"/>
                <a:gridCol w="2194505"/>
              </a:tblGrid>
              <a:tr h="5111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Class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Precision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Recall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mAP@50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mAP@50–95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1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With Helmet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75.10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76.40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76.90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45.80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1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Without Helmet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66.70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65.80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72.60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34.30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licence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91.80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83.50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90.50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60.10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35213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Compare the three classes across precision, recall, mAP@50, and mAP@50–95.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EVALUATION VIEWS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Evaluation curves explain where the detector succeeds and misses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135981"/>
            <a:ext cx="5333867" cy="1670844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2389981"/>
            <a:ext cx="507987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FIGURE PANEL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3578" y="2764929"/>
            <a:ext cx="4825879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Confusion matrix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578" y="3276600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Placeholder · inspect class-level confusions.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2135981"/>
            <a:ext cx="5333867" cy="1670844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237" y="2389981"/>
            <a:ext cx="507987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FIGURE PANEL 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02237" y="2764929"/>
            <a:ext cx="4825879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Normalized confusion matrix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2237" y="3276600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Placeholder · compare error patterns by class.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4111625"/>
            <a:ext cx="5333867" cy="1670844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578" y="4365625"/>
            <a:ext cx="507987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FIGURE PANEL 03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3578" y="4740573"/>
            <a:ext cx="4825879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Precision–Recall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578" y="5252244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Placeholder · threshold-sensitive behavior.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8244" y="4111625"/>
            <a:ext cx="5333867" cy="1670844"/>
          </a:xfrm>
          <a:prstGeom prst="roundRect">
            <a:avLst>
              <a:gd name="adj" fmla="val 684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2237" y="4365625"/>
            <a:ext cx="507987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FIGURE PANEL 04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02237" y="4740573"/>
            <a:ext cx="4825879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Precision · Recall · F1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2237" y="5252244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Placeholder · threshold-sensitive behavior.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585" y="5960269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Actual Google Colab graphs were not supplied; no graph values are shown.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INFERENCE · PROJECT PREDICTIONS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Inference turns predictions into inspectable road-image evidence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2135981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Bounding boxes show the detected object class and location.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590006"/>
            <a:ext cx="3454314" cy="1489273"/>
          </a:xfrm>
          <a:prstGeom prst="roundRect">
            <a:avLst>
              <a:gd name="adj" fmla="val 767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844006"/>
            <a:ext cx="320032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LICENCE / PLATE · 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3578" y="3155454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 image unavailable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2590006"/>
            <a:ext cx="3454314" cy="1489273"/>
          </a:xfrm>
          <a:prstGeom prst="roundRect">
            <a:avLst>
              <a:gd name="adj" fmla="val 767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2684" y="2844006"/>
            <a:ext cx="320032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LICENCE / PLATE · 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22684" y="3155454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 image unavailable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2590006"/>
            <a:ext cx="3454314" cy="1489273"/>
          </a:xfrm>
          <a:prstGeom prst="roundRect">
            <a:avLst>
              <a:gd name="adj" fmla="val 767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1790" y="2844006"/>
            <a:ext cx="320032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LICENCE / PLATE · 03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81790" y="3155454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 image unavailable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4384080"/>
            <a:ext cx="5333867" cy="1489373"/>
          </a:xfrm>
          <a:prstGeom prst="roundRect">
            <a:avLst>
              <a:gd name="adj" fmla="val 767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578" y="4638080"/>
            <a:ext cx="507987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HELMET-RELATED · 01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3578" y="4949527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 image unavailable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8244" y="4384080"/>
            <a:ext cx="5333867" cy="1489373"/>
          </a:xfrm>
          <a:prstGeom prst="roundRect">
            <a:avLst>
              <a:gd name="adj" fmla="val 767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2237" y="4638080"/>
            <a:ext cx="507987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HELMET-RELATED · 02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02237" y="4949527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Prediction image unavailable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585" y="6051252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Five project prediction images were not supplied; these panels are placeholders, not model outputs.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2026-09-28T11:22:38Z</dcterms:created>
  <dcterms:modified xsi:type="dcterms:W3CDTF">2026-09-28T11:22:38Z</dcterms:modified>
</cp:coreProperties>
</file>